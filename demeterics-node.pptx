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99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E36C-5691-7829-7D8F-E8D17A6B6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B65-B17C-2455-9549-B8DD782DE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C0B93-20E4-ECC9-6CD3-8FCABD9D0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CBA42-91B2-10BD-5194-51081915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2942C-8427-72A0-F99F-C972EFDB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344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ED45-586D-5CA5-EC9F-ED5A9F957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362B0-2954-C716-CCB7-0D715EB26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4682D-CBFE-ECE9-E0FC-5F4F48E7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4B7E6-160B-384E-4E36-DDB3D51D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7E1F4-4373-6AA5-59A9-27658CBA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7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BCAE8-2FEC-8071-BC79-5DF7D7FCB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9115F-FD6E-2A6B-17C5-C38FD816B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14BE-9CD6-6958-0ACE-30A0EEA4B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4A8BB-AD78-4062-E8E5-E76C599B9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FC48E-B662-3196-41B6-56D5B2DC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7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50163-5972-2526-F81B-C169050A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F78E3-824C-5145-C05D-C20E95A9A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2AA6C-2080-0965-D16D-33B11E628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0563F-555D-F92E-83A5-D5A8030A2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AEAB0-5807-3B10-33B9-0625CDB3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22E51-E8A5-90A5-538D-B52F2C3D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5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9C61-7C99-4680-23A1-B5EBE745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9BB10-AF08-DB4C-E91A-53A36C683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F0230-0B13-8A86-A89B-90FEA22BA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D7C44-D7BB-3349-B3FF-3EEF63189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0B0F7-62FA-EE1F-BDD6-BA1CEDCA6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19879-391A-C9FB-BF1A-3A0B29A7C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E0B16F-23DD-987B-8486-982777B7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CCCD9E-93FD-F8D2-8D97-025B2EB9F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9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BF93-ED25-FEBF-0033-53B70BAF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1A33F-0610-7E99-238B-5A5A428C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931B1-2FD1-76A6-0B38-3C28EED6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A80E4-FBDA-AE6D-792A-D595CE99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24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C6019-B0CB-E60C-5B2A-FD899AC8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DE4827-D15F-BB17-C231-BCB48078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CFB29-B26D-616A-B563-692901BB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0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564A-599A-FECB-898C-0D011303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395F4-5659-7654-9E08-0DC3D3B1D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4D84F-89A8-FB3D-A82A-1A22C2777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3CD13-7DE5-9558-3972-A3AC3172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714F0-20AC-6579-F2C3-E15DF8E5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2C048-32A9-0148-932A-02DB8B7B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5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FF59-28F8-585E-6BAD-CAE2C98AD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F637E9-B7A8-FFB1-7C2E-4E8EB1FA2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ADE0D-91D0-1F45-73FF-9526B85CD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99768-FAF0-B05A-468A-A2C599FA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52E66-A6FE-694B-87A9-E11C12DB7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E709-4D2A-CCB7-F5C6-5EAB6329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4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CF72-9393-38C9-10A5-4D2E4E0C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3FAC0-597E-859E-00BB-A3297E080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DEF8C-F91F-AA85-6A48-2680EAF3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DCA0B-FB6B-F7A2-89B3-3F7D279E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019C1-D83F-7768-2D3A-CAF04B0D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5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C4F829-2B53-F305-251D-55394BB27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8630A-602C-C861-2380-FB22A5C37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680A9-B818-6E61-337E-5E920670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75D83-D109-71A7-2F3E-37F204CB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178F5-835D-D052-7A6C-4B0ADCD6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8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564E3-7FDF-79F6-53CE-9AB17A34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5DAA6-B6DE-2597-BF11-CE3724C46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9B571-CA71-595D-FBE4-E87992F40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B820E-E852-4CE0-9E9A-14D561E3D30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E372C-4EDD-1862-D23C-589CD5A3E1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4526E-F320-6801-60A8-AF5374F46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8BDD3-DE29-4A09-87EE-B7BEF59D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2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3B07CEA6-96F1-AFF1-70B3-7978CDA8C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6990" y="1477547"/>
            <a:ext cx="1390650" cy="13144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D567F28-C160-073F-487F-05E53749E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5729" y="1477547"/>
            <a:ext cx="1390650" cy="13144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9E0CF0D-D643-4C9A-0282-F209A260A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4468" y="1477547"/>
            <a:ext cx="1390650" cy="1314450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9BEAB0E3-E3C0-E8E7-F80F-CAF6D29C063E}"/>
              </a:ext>
            </a:extLst>
          </p:cNvPr>
          <p:cNvGrpSpPr/>
          <p:nvPr/>
        </p:nvGrpSpPr>
        <p:grpSpPr>
          <a:xfrm>
            <a:off x="793416" y="1189020"/>
            <a:ext cx="1545485" cy="1602977"/>
            <a:chOff x="793416" y="1189020"/>
            <a:chExt cx="1545485" cy="1602977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28553FB-2519-CBB4-A7BA-2BD8E0E26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8251" y="1477547"/>
              <a:ext cx="1390650" cy="1314450"/>
            </a:xfrm>
            <a:prstGeom prst="rect">
              <a:avLst/>
            </a:prstGeom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776556C-532D-84F9-E33A-724BEC433989}"/>
                </a:ext>
              </a:extLst>
            </p:cNvPr>
            <p:cNvGrpSpPr/>
            <p:nvPr/>
          </p:nvGrpSpPr>
          <p:grpSpPr>
            <a:xfrm>
              <a:off x="793416" y="1189020"/>
              <a:ext cx="436834" cy="589430"/>
              <a:chOff x="1220136" y="4065805"/>
              <a:chExt cx="436834" cy="589430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2044E7-5BD8-A358-5CBA-C57059DA06A9}"/>
                  </a:ext>
                </a:extLst>
              </p:cNvPr>
              <p:cNvSpPr txBox="1"/>
              <p:nvPr/>
            </p:nvSpPr>
            <p:spPr>
              <a:xfrm>
                <a:off x="1220136" y="4065805"/>
                <a:ext cx="436834" cy="407580"/>
              </a:xfrm>
              <a:custGeom>
                <a:avLst/>
                <a:gdLst/>
                <a:ahLst/>
                <a:cxnLst/>
                <a:rect l="l" t="t" r="r" b="b"/>
                <a:pathLst>
                  <a:path w="436834" h="407580">
                    <a:moveTo>
                      <a:pt x="225730" y="0"/>
                    </a:moveTo>
                    <a:cubicBezTo>
                      <a:pt x="283184" y="0"/>
                      <a:pt x="329569" y="11992"/>
                      <a:pt x="364884" y="35975"/>
                    </a:cubicBezTo>
                    <a:cubicBezTo>
                      <a:pt x="412851" y="68391"/>
                      <a:pt x="436834" y="111613"/>
                      <a:pt x="436834" y="165641"/>
                    </a:cubicBezTo>
                    <a:cubicBezTo>
                      <a:pt x="436834" y="188043"/>
                      <a:pt x="430640" y="209654"/>
                      <a:pt x="418253" y="230474"/>
                    </a:cubicBezTo>
                    <a:cubicBezTo>
                      <a:pt x="405866" y="251295"/>
                      <a:pt x="380566" y="276727"/>
                      <a:pt x="342351" y="306772"/>
                    </a:cubicBezTo>
                    <a:cubicBezTo>
                      <a:pt x="315732" y="327856"/>
                      <a:pt x="298931" y="344789"/>
                      <a:pt x="291947" y="357571"/>
                    </a:cubicBezTo>
                    <a:cubicBezTo>
                      <a:pt x="284963" y="370353"/>
                      <a:pt x="281471" y="387023"/>
                      <a:pt x="281471" y="407580"/>
                    </a:cubicBezTo>
                    <a:lnTo>
                      <a:pt x="131248" y="407580"/>
                    </a:lnTo>
                    <a:lnTo>
                      <a:pt x="131248" y="392558"/>
                    </a:lnTo>
                    <a:cubicBezTo>
                      <a:pt x="131248" y="366993"/>
                      <a:pt x="134147" y="346239"/>
                      <a:pt x="139945" y="330294"/>
                    </a:cubicBezTo>
                    <a:cubicBezTo>
                      <a:pt x="145743" y="314349"/>
                      <a:pt x="154374" y="299788"/>
                      <a:pt x="165838" y="286611"/>
                    </a:cubicBezTo>
                    <a:cubicBezTo>
                      <a:pt x="177303" y="273433"/>
                      <a:pt x="203065" y="250241"/>
                      <a:pt x="243124" y="217033"/>
                    </a:cubicBezTo>
                    <a:cubicBezTo>
                      <a:pt x="264472" y="199639"/>
                      <a:pt x="275146" y="183694"/>
                      <a:pt x="275146" y="169199"/>
                    </a:cubicBezTo>
                    <a:cubicBezTo>
                      <a:pt x="275146" y="154704"/>
                      <a:pt x="270863" y="143437"/>
                      <a:pt x="262298" y="135399"/>
                    </a:cubicBezTo>
                    <a:cubicBezTo>
                      <a:pt x="253732" y="127360"/>
                      <a:pt x="240753" y="123341"/>
                      <a:pt x="223358" y="123341"/>
                    </a:cubicBezTo>
                    <a:cubicBezTo>
                      <a:pt x="204646" y="123341"/>
                      <a:pt x="189163" y="129535"/>
                      <a:pt x="176908" y="141922"/>
                    </a:cubicBezTo>
                    <a:cubicBezTo>
                      <a:pt x="164653" y="154309"/>
                      <a:pt x="156812" y="175920"/>
                      <a:pt x="153386" y="206755"/>
                    </a:cubicBezTo>
                    <a:lnTo>
                      <a:pt x="0" y="187779"/>
                    </a:lnTo>
                    <a:cubicBezTo>
                      <a:pt x="5271" y="131380"/>
                      <a:pt x="25762" y="85983"/>
                      <a:pt x="61473" y="51590"/>
                    </a:cubicBezTo>
                    <a:cubicBezTo>
                      <a:pt x="97184" y="17197"/>
                      <a:pt x="151936" y="0"/>
                      <a:pt x="22573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6400" dirty="0">
                  <a:latin typeface="Arial Black" panose="020B0A04020102020204" pitchFamily="34" charset="0"/>
                  <a:ea typeface="ADLaM Display" panose="020F0502020204030204" pitchFamily="2" charset="0"/>
                  <a:cs typeface="ADLaM Display" panose="020F05020202040302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9DADF0B-242D-907A-35C8-38E7188D38AE}"/>
                  </a:ext>
                </a:extLst>
              </p:cNvPr>
              <p:cNvSpPr txBox="1"/>
              <p:nvPr/>
            </p:nvSpPr>
            <p:spPr>
              <a:xfrm>
                <a:off x="1346244" y="4513314"/>
                <a:ext cx="160898" cy="141921"/>
              </a:xfrm>
              <a:custGeom>
                <a:avLst/>
                <a:gdLst/>
                <a:ahLst/>
                <a:cxnLst/>
                <a:rect l="l" t="t" r="r" b="b"/>
                <a:pathLst>
                  <a:path w="160898" h="141921">
                    <a:moveTo>
                      <a:pt x="0" y="0"/>
                    </a:moveTo>
                    <a:lnTo>
                      <a:pt x="160898" y="0"/>
                    </a:lnTo>
                    <a:lnTo>
                      <a:pt x="160898" y="141921"/>
                    </a:lnTo>
                    <a:lnTo>
                      <a:pt x="0" y="1419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6400" dirty="0">
                  <a:latin typeface="Arial Black" panose="020B0A04020102020204" pitchFamily="34" charset="0"/>
                  <a:ea typeface="ADLaM Display" panose="020F0502020204030204" pitchFamily="2" charset="0"/>
                  <a:cs typeface="ADLaM Display" panose="020F0502020204030204" pitchFamily="2" charset="0"/>
                </a:endParaRPr>
              </a:p>
            </p:txBody>
          </p: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8DB34E8-E725-9B1E-8D86-AA3784BD1706}"/>
              </a:ext>
            </a:extLst>
          </p:cNvPr>
          <p:cNvSpPr txBox="1"/>
          <p:nvPr/>
        </p:nvSpPr>
        <p:spPr>
          <a:xfrm>
            <a:off x="3240341" y="1150360"/>
            <a:ext cx="461367" cy="666750"/>
          </a:xfrm>
          <a:custGeom>
            <a:avLst/>
            <a:gdLst/>
            <a:ahLst/>
            <a:cxnLst/>
            <a:rect l="l" t="t" r="r" b="b"/>
            <a:pathLst>
              <a:path w="461367" h="666750">
                <a:moveTo>
                  <a:pt x="205755" y="0"/>
                </a:moveTo>
                <a:lnTo>
                  <a:pt x="260077" y="0"/>
                </a:lnTo>
                <a:lnTo>
                  <a:pt x="260077" y="36835"/>
                </a:lnTo>
                <a:cubicBezTo>
                  <a:pt x="315640" y="40308"/>
                  <a:pt x="358118" y="53454"/>
                  <a:pt x="387511" y="76275"/>
                </a:cubicBezTo>
                <a:cubicBezTo>
                  <a:pt x="416905" y="99095"/>
                  <a:pt x="436066" y="130349"/>
                  <a:pt x="444996" y="170036"/>
                </a:cubicBezTo>
                <a:lnTo>
                  <a:pt x="306586" y="191989"/>
                </a:lnTo>
                <a:cubicBezTo>
                  <a:pt x="299641" y="174377"/>
                  <a:pt x="293377" y="162161"/>
                  <a:pt x="287796" y="155340"/>
                </a:cubicBezTo>
                <a:cubicBezTo>
                  <a:pt x="282215" y="148518"/>
                  <a:pt x="272976" y="141635"/>
                  <a:pt x="260077" y="134690"/>
                </a:cubicBezTo>
                <a:lnTo>
                  <a:pt x="260077" y="242329"/>
                </a:lnTo>
                <a:cubicBezTo>
                  <a:pt x="335483" y="262440"/>
                  <a:pt x="385837" y="283665"/>
                  <a:pt x="411138" y="306005"/>
                </a:cubicBezTo>
                <a:cubicBezTo>
                  <a:pt x="444624" y="336042"/>
                  <a:pt x="461367" y="374144"/>
                  <a:pt x="461367" y="420312"/>
                </a:cubicBezTo>
                <a:cubicBezTo>
                  <a:pt x="461367" y="447368"/>
                  <a:pt x="455352" y="472191"/>
                  <a:pt x="443322" y="494781"/>
                </a:cubicBezTo>
                <a:cubicBezTo>
                  <a:pt x="431291" y="517371"/>
                  <a:pt x="415913" y="536236"/>
                  <a:pt x="397185" y="551377"/>
                </a:cubicBezTo>
                <a:cubicBezTo>
                  <a:pt x="378457" y="566517"/>
                  <a:pt x="358552" y="577501"/>
                  <a:pt x="337468" y="584328"/>
                </a:cubicBezTo>
                <a:cubicBezTo>
                  <a:pt x="316384" y="591155"/>
                  <a:pt x="290587" y="595189"/>
                  <a:pt x="260077" y="596429"/>
                </a:cubicBezTo>
                <a:lnTo>
                  <a:pt x="260077" y="666750"/>
                </a:lnTo>
                <a:lnTo>
                  <a:pt x="205755" y="666750"/>
                </a:lnTo>
                <a:lnTo>
                  <a:pt x="205755" y="596429"/>
                </a:lnTo>
                <a:cubicBezTo>
                  <a:pt x="169292" y="593204"/>
                  <a:pt x="139712" y="587313"/>
                  <a:pt x="117016" y="578756"/>
                </a:cubicBezTo>
                <a:cubicBezTo>
                  <a:pt x="94320" y="570198"/>
                  <a:pt x="74724" y="558354"/>
                  <a:pt x="58229" y="543223"/>
                </a:cubicBezTo>
                <a:cubicBezTo>
                  <a:pt x="41734" y="528092"/>
                  <a:pt x="29021" y="511783"/>
                  <a:pt x="20092" y="494296"/>
                </a:cubicBezTo>
                <a:cubicBezTo>
                  <a:pt x="11162" y="476808"/>
                  <a:pt x="4465" y="455662"/>
                  <a:pt x="0" y="430858"/>
                </a:cubicBezTo>
                <a:lnTo>
                  <a:pt x="150316" y="413370"/>
                </a:lnTo>
                <a:cubicBezTo>
                  <a:pt x="154781" y="437927"/>
                  <a:pt x="160796" y="455662"/>
                  <a:pt x="168362" y="466576"/>
                </a:cubicBezTo>
                <a:cubicBezTo>
                  <a:pt x="175927" y="477490"/>
                  <a:pt x="188392" y="487164"/>
                  <a:pt x="205755" y="495598"/>
                </a:cubicBezTo>
                <a:lnTo>
                  <a:pt x="205755" y="364123"/>
                </a:lnTo>
                <a:cubicBezTo>
                  <a:pt x="155649" y="350217"/>
                  <a:pt x="120117" y="338175"/>
                  <a:pt x="99157" y="327998"/>
                </a:cubicBezTo>
                <a:cubicBezTo>
                  <a:pt x="78197" y="317820"/>
                  <a:pt x="60027" y="301499"/>
                  <a:pt x="44648" y="279036"/>
                </a:cubicBezTo>
                <a:cubicBezTo>
                  <a:pt x="29269" y="256572"/>
                  <a:pt x="21580" y="229205"/>
                  <a:pt x="21580" y="196936"/>
                </a:cubicBezTo>
                <a:cubicBezTo>
                  <a:pt x="21580" y="152752"/>
                  <a:pt x="37021" y="115830"/>
                  <a:pt x="67903" y="86169"/>
                </a:cubicBezTo>
                <a:cubicBezTo>
                  <a:pt x="98785" y="56508"/>
                  <a:pt x="144735" y="40064"/>
                  <a:pt x="205755" y="36835"/>
                </a:cubicBezTo>
                <a:lnTo>
                  <a:pt x="205755" y="0"/>
                </a:lnTo>
                <a:close/>
                <a:moveTo>
                  <a:pt x="205755" y="132829"/>
                </a:moveTo>
                <a:cubicBezTo>
                  <a:pt x="189880" y="138065"/>
                  <a:pt x="178842" y="144547"/>
                  <a:pt x="172641" y="152273"/>
                </a:cubicBezTo>
                <a:cubicBezTo>
                  <a:pt x="166439" y="159999"/>
                  <a:pt x="163339" y="169096"/>
                  <a:pt x="163339" y="179565"/>
                </a:cubicBezTo>
                <a:cubicBezTo>
                  <a:pt x="163339" y="190533"/>
                  <a:pt x="166485" y="200067"/>
                  <a:pt x="172777" y="208168"/>
                </a:cubicBezTo>
                <a:cubicBezTo>
                  <a:pt x="179069" y="216268"/>
                  <a:pt x="190062" y="223047"/>
                  <a:pt x="205755" y="228504"/>
                </a:cubicBezTo>
                <a:lnTo>
                  <a:pt x="205755" y="132829"/>
                </a:lnTo>
                <a:close/>
                <a:moveTo>
                  <a:pt x="260077" y="379913"/>
                </a:moveTo>
                <a:lnTo>
                  <a:pt x="260077" y="499319"/>
                </a:lnTo>
                <a:cubicBezTo>
                  <a:pt x="281161" y="494590"/>
                  <a:pt x="296602" y="486814"/>
                  <a:pt x="306400" y="475989"/>
                </a:cubicBezTo>
                <a:cubicBezTo>
                  <a:pt x="316198" y="465164"/>
                  <a:pt x="321097" y="453033"/>
                  <a:pt x="321097" y="439596"/>
                </a:cubicBezTo>
                <a:cubicBezTo>
                  <a:pt x="321097" y="427899"/>
                  <a:pt x="316952" y="417136"/>
                  <a:pt x="308664" y="407307"/>
                </a:cubicBezTo>
                <a:cubicBezTo>
                  <a:pt x="300376" y="397478"/>
                  <a:pt x="284180" y="388347"/>
                  <a:pt x="260077" y="3799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000" dirty="0">
              <a:latin typeface="Arial Black" panose="020B0A040201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B10D38-E906-C8DD-362B-3A41FEFF339F}"/>
              </a:ext>
            </a:extLst>
          </p:cNvPr>
          <p:cNvGrpSpPr/>
          <p:nvPr/>
        </p:nvGrpSpPr>
        <p:grpSpPr>
          <a:xfrm>
            <a:off x="5423576" y="1229909"/>
            <a:ext cx="766279" cy="507653"/>
            <a:chOff x="6414176" y="4088398"/>
            <a:chExt cx="766279" cy="50765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E35701D-05FE-0CD8-7276-2E57204BCAD4}"/>
                </a:ext>
              </a:extLst>
            </p:cNvPr>
            <p:cNvSpPr txBox="1"/>
            <p:nvPr/>
          </p:nvSpPr>
          <p:spPr>
            <a:xfrm>
              <a:off x="6414176" y="4088398"/>
              <a:ext cx="401166" cy="507653"/>
            </a:xfrm>
            <a:custGeom>
              <a:avLst/>
              <a:gdLst/>
              <a:ahLst/>
              <a:cxnLst/>
              <a:rect l="l" t="t" r="r" b="b"/>
              <a:pathLst>
                <a:path w="401166" h="507653">
                  <a:moveTo>
                    <a:pt x="203932" y="0"/>
                  </a:moveTo>
                  <a:cubicBezTo>
                    <a:pt x="236971" y="0"/>
                    <a:pt x="264095" y="4074"/>
                    <a:pt x="285303" y="12222"/>
                  </a:cubicBezTo>
                  <a:cubicBezTo>
                    <a:pt x="306511" y="20371"/>
                    <a:pt x="323813" y="30975"/>
                    <a:pt x="337207" y="44034"/>
                  </a:cubicBezTo>
                  <a:cubicBezTo>
                    <a:pt x="350602" y="57094"/>
                    <a:pt x="361150" y="70824"/>
                    <a:pt x="368852" y="85223"/>
                  </a:cubicBezTo>
                  <a:cubicBezTo>
                    <a:pt x="376553" y="99622"/>
                    <a:pt x="382748" y="116421"/>
                    <a:pt x="387437" y="135620"/>
                  </a:cubicBezTo>
                  <a:cubicBezTo>
                    <a:pt x="396589" y="172231"/>
                    <a:pt x="401166" y="210406"/>
                    <a:pt x="401166" y="250143"/>
                  </a:cubicBezTo>
                  <a:cubicBezTo>
                    <a:pt x="401166" y="339217"/>
                    <a:pt x="386097" y="404403"/>
                    <a:pt x="355959" y="445703"/>
                  </a:cubicBezTo>
                  <a:cubicBezTo>
                    <a:pt x="325822" y="487003"/>
                    <a:pt x="273918" y="507653"/>
                    <a:pt x="200248" y="507653"/>
                  </a:cubicBezTo>
                  <a:cubicBezTo>
                    <a:pt x="158948" y="507653"/>
                    <a:pt x="125574" y="501067"/>
                    <a:pt x="100124" y="487896"/>
                  </a:cubicBezTo>
                  <a:cubicBezTo>
                    <a:pt x="74674" y="474725"/>
                    <a:pt x="53801" y="455414"/>
                    <a:pt x="37504" y="429965"/>
                  </a:cubicBezTo>
                  <a:cubicBezTo>
                    <a:pt x="25673" y="411882"/>
                    <a:pt x="16464" y="387158"/>
                    <a:pt x="9878" y="355792"/>
                  </a:cubicBezTo>
                  <a:cubicBezTo>
                    <a:pt x="3293" y="324427"/>
                    <a:pt x="0" y="289768"/>
                    <a:pt x="0" y="251817"/>
                  </a:cubicBezTo>
                  <a:cubicBezTo>
                    <a:pt x="0" y="158502"/>
                    <a:pt x="16799" y="93204"/>
                    <a:pt x="50397" y="55922"/>
                  </a:cubicBezTo>
                  <a:cubicBezTo>
                    <a:pt x="83995" y="18641"/>
                    <a:pt x="135173" y="0"/>
                    <a:pt x="203932" y="0"/>
                  </a:cubicBezTo>
                  <a:close/>
                  <a:moveTo>
                    <a:pt x="199243" y="90748"/>
                  </a:moveTo>
                  <a:cubicBezTo>
                    <a:pt x="176696" y="90748"/>
                    <a:pt x="160399" y="102189"/>
                    <a:pt x="150353" y="125072"/>
                  </a:cubicBezTo>
                  <a:cubicBezTo>
                    <a:pt x="140307" y="147954"/>
                    <a:pt x="135285" y="190314"/>
                    <a:pt x="135285" y="252152"/>
                  </a:cubicBezTo>
                  <a:cubicBezTo>
                    <a:pt x="135285" y="314660"/>
                    <a:pt x="140810" y="357355"/>
                    <a:pt x="151860" y="380237"/>
                  </a:cubicBezTo>
                  <a:cubicBezTo>
                    <a:pt x="162911" y="403120"/>
                    <a:pt x="178928" y="414561"/>
                    <a:pt x="199913" y="414561"/>
                  </a:cubicBezTo>
                  <a:cubicBezTo>
                    <a:pt x="213754" y="414561"/>
                    <a:pt x="225753" y="409705"/>
                    <a:pt x="235911" y="399994"/>
                  </a:cubicBezTo>
                  <a:cubicBezTo>
                    <a:pt x="246068" y="390283"/>
                    <a:pt x="253547" y="374935"/>
                    <a:pt x="258347" y="353951"/>
                  </a:cubicBezTo>
                  <a:cubicBezTo>
                    <a:pt x="263147" y="332966"/>
                    <a:pt x="265546" y="300261"/>
                    <a:pt x="265546" y="255836"/>
                  </a:cubicBezTo>
                  <a:cubicBezTo>
                    <a:pt x="265546" y="190649"/>
                    <a:pt x="260021" y="146838"/>
                    <a:pt x="248971" y="124402"/>
                  </a:cubicBezTo>
                  <a:cubicBezTo>
                    <a:pt x="237920" y="101966"/>
                    <a:pt x="221344" y="90748"/>
                    <a:pt x="199243" y="9074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5400" dirty="0">
                <a:latin typeface="Arial Black" panose="020B0A04020102020204" pitchFamily="34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E686521-F1E7-AF62-0E01-4BD0DEC5C21E}"/>
                </a:ext>
              </a:extLst>
            </p:cNvPr>
            <p:cNvSpPr txBox="1"/>
            <p:nvPr/>
          </p:nvSpPr>
          <p:spPr>
            <a:xfrm>
              <a:off x="6899169" y="4088398"/>
              <a:ext cx="281286" cy="499281"/>
            </a:xfrm>
            <a:custGeom>
              <a:avLst/>
              <a:gdLst/>
              <a:ahLst/>
              <a:cxnLst/>
              <a:rect l="l" t="t" r="r" b="b"/>
              <a:pathLst>
                <a:path w="281286" h="499281">
                  <a:moveTo>
                    <a:pt x="168437" y="0"/>
                  </a:moveTo>
                  <a:lnTo>
                    <a:pt x="281286" y="0"/>
                  </a:lnTo>
                  <a:lnTo>
                    <a:pt x="281286" y="499281"/>
                  </a:lnTo>
                  <a:lnTo>
                    <a:pt x="143322" y="499281"/>
                  </a:lnTo>
                  <a:lnTo>
                    <a:pt x="143322" y="172120"/>
                  </a:lnTo>
                  <a:cubicBezTo>
                    <a:pt x="120998" y="189086"/>
                    <a:pt x="99399" y="202816"/>
                    <a:pt x="78526" y="213308"/>
                  </a:cubicBezTo>
                  <a:cubicBezTo>
                    <a:pt x="57653" y="223800"/>
                    <a:pt x="31478" y="233846"/>
                    <a:pt x="0" y="243446"/>
                  </a:cubicBezTo>
                  <a:lnTo>
                    <a:pt x="0" y="131601"/>
                  </a:lnTo>
                  <a:cubicBezTo>
                    <a:pt x="46435" y="116644"/>
                    <a:pt x="82488" y="98673"/>
                    <a:pt x="108161" y="77688"/>
                  </a:cubicBezTo>
                  <a:cubicBezTo>
                    <a:pt x="133834" y="56703"/>
                    <a:pt x="153926" y="30807"/>
                    <a:pt x="16843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5400" dirty="0">
                <a:latin typeface="Arial Black" panose="020B0A04020102020204" pitchFamily="34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5FCCDA-814A-2DD5-68AA-DCC50835FA38}"/>
              </a:ext>
            </a:extLst>
          </p:cNvPr>
          <p:cNvGrpSpPr/>
          <p:nvPr/>
        </p:nvGrpSpPr>
        <p:grpSpPr>
          <a:xfrm>
            <a:off x="8474468" y="1193962"/>
            <a:ext cx="171967" cy="579547"/>
            <a:chOff x="8999180" y="4055013"/>
            <a:chExt cx="171967" cy="57954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13F4A77-AF60-3D63-C2A9-19EB9894032E}"/>
                </a:ext>
              </a:extLst>
            </p:cNvPr>
            <p:cNvSpPr txBox="1"/>
            <p:nvPr/>
          </p:nvSpPr>
          <p:spPr>
            <a:xfrm>
              <a:off x="8999180" y="4055013"/>
              <a:ext cx="171967" cy="397302"/>
            </a:xfrm>
            <a:custGeom>
              <a:avLst/>
              <a:gdLst/>
              <a:ahLst/>
              <a:cxnLst/>
              <a:rect l="l" t="t" r="r" b="b"/>
              <a:pathLst>
                <a:path w="171967" h="397302">
                  <a:moveTo>
                    <a:pt x="0" y="0"/>
                  </a:moveTo>
                  <a:lnTo>
                    <a:pt x="171967" y="0"/>
                  </a:lnTo>
                  <a:lnTo>
                    <a:pt x="171967" y="132039"/>
                  </a:lnTo>
                  <a:lnTo>
                    <a:pt x="138759" y="397302"/>
                  </a:lnTo>
                  <a:lnTo>
                    <a:pt x="32417" y="397302"/>
                  </a:lnTo>
                  <a:lnTo>
                    <a:pt x="0" y="132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6400" dirty="0">
                <a:latin typeface="Arial Black" panose="020B0A04020102020204" pitchFamily="34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925019-7043-4B6E-0BBA-7954113DA13C}"/>
                </a:ext>
              </a:extLst>
            </p:cNvPr>
            <p:cNvSpPr txBox="1"/>
            <p:nvPr/>
          </p:nvSpPr>
          <p:spPr>
            <a:xfrm>
              <a:off x="9005109" y="4492639"/>
              <a:ext cx="160502" cy="141921"/>
            </a:xfrm>
            <a:custGeom>
              <a:avLst/>
              <a:gdLst/>
              <a:ahLst/>
              <a:cxnLst/>
              <a:rect l="l" t="t" r="r" b="b"/>
              <a:pathLst>
                <a:path w="160502" h="141921">
                  <a:moveTo>
                    <a:pt x="0" y="0"/>
                  </a:moveTo>
                  <a:lnTo>
                    <a:pt x="160502" y="0"/>
                  </a:lnTo>
                  <a:lnTo>
                    <a:pt x="160502" y="141921"/>
                  </a:lnTo>
                  <a:lnTo>
                    <a:pt x="0" y="1419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6400" dirty="0">
                <a:latin typeface="Arial Black" panose="020B0A04020102020204" pitchFamily="34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396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Deglon</dc:creator>
  <cp:lastModifiedBy>Patrick Deglon</cp:lastModifiedBy>
  <cp:revision>2</cp:revision>
  <dcterms:created xsi:type="dcterms:W3CDTF">2025-12-03T04:38:14Z</dcterms:created>
  <dcterms:modified xsi:type="dcterms:W3CDTF">2025-12-03T04:47:38Z</dcterms:modified>
</cp:coreProperties>
</file>